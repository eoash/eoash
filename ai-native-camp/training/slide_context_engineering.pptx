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FF47"/>
                </a:solidFill>
                <a:latin typeface="Malgun Gothic"/>
              </a:rPr>
              <a:t>컨텍스트 엔지니어링 = 파일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Malgun Gothic"/>
              </a:rPr>
              <a:t>채팅 AI는 블랙박스, Claude Code는 파일 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666"/>
                </a:solidFill>
                <a:latin typeface="Malgun Gothic"/>
              </a:rPr>
              <a:t>채팅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컨텍스트 = 블랙박스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대화 기록이 어떻게 저장되는지 모름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설정할 수 없고, 확인할 수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6FF99"/>
                </a:solidFill>
                <a:latin typeface="Malgun Gothic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컨텍스트 =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직접 열어보고, 수정할 수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구조를 직접 설계할 수 있음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10728655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컨텍스트 설계 3원칙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lgun Gothic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736592"/>
            <a:ext cx="320040" cy="320040"/>
          </a:xfrm>
          <a:prstGeom prst="ellipse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Malgun Gothi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FF47"/>
                </a:solidFill>
                <a:latin typeface="Malgun Gothic"/>
              </a:rPr>
              <a:t>간결성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Malgun Gothic"/>
              </a:rPr>
              <a:t>CLAUDE.md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88888"/>
                </a:solidFill>
                <a:latin typeface="Malgun Gothic"/>
              </a:rPr>
              <a:t/>
            </a:r>
            <a:r>
              <a:rPr sz="1400">
                <a:solidFill>
                  <a:srgbClr val="888888"/>
                </a:solidFill>
                <a:latin typeface="Malgun Gothic"/>
              </a:rPr>
              <a:t>96줄 — 매 세션 읽히는 지도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Malgun Gothic"/>
              </a:rPr>
              <a:t>짧을수록 좋다 (토큰 = 비용)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57200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lgun Gothic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4736592"/>
            <a:ext cx="320040" cy="320040"/>
          </a:xfrm>
          <a:prstGeom prst="ellipse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Malgun Gothi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754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FF47"/>
                </a:solidFill>
                <a:latin typeface="Malgun Gothic"/>
              </a:rPr>
              <a:t>계층화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Malgun Gothic"/>
              </a:rPr>
              <a:t>identity.md 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532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88888"/>
                </a:solidFill>
                <a:latin typeface="Malgun Gothic"/>
              </a:rPr>
              <a:t/>
            </a:r>
            <a:r>
              <a:rPr sz="1400">
                <a:solidFill>
                  <a:srgbClr val="888888"/>
                </a:solidFill>
                <a:latin typeface="Malgun Gothic"/>
              </a:rPr>
              <a:t>상세 정보는 별도 파일에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Malgun Gothic"/>
              </a:rPr>
              <a:t>CLAUDE.md엔 링크만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57200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lgun Gothic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4736592"/>
            <a:ext cx="320040" cy="320040"/>
          </a:xfrm>
          <a:prstGeom prst="ellipse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0A0A"/>
                </a:solidFill>
                <a:latin typeface="Malgun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754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FF47"/>
                </a:solidFill>
                <a:latin typeface="Malgun Gothic"/>
              </a:rPr>
              <a:t>피드백 루프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Malgun Gothic"/>
              </a:rPr>
              <a:t>ANTI_PATTERNS.md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532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88888"/>
                </a:solidFill>
                <a:latin typeface="Malgun Gothic"/>
              </a:rPr>
              <a:t/>
            </a:r>
            <a:r>
              <a:rPr sz="1400">
                <a:solidFill>
                  <a:srgbClr val="888888"/>
                </a:solidFill>
                <a:latin typeface="Malgun Gothic"/>
              </a:rPr>
              <a:t>AI 실수를 기록 → 오답노트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Malgun Gothic"/>
              </a:rPr>
              <a:t>다음 세션부터 반복 안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