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00000" y="280000"/>
            <a:ext cx="3200000" cy="4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33333"/>
                </a:solidFill>
              </a:rPr>
              <a:t>Context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0000" y="820000"/>
            <a:ext cx="11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A0A0A"/>
                </a:solidFill>
              </a:rPr>
              <a:t>같은 질문, 다른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1650000"/>
            <a:ext cx="11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777777"/>
                </a:solidFill>
              </a:rPr>
              <a:t>프롬프트에 매번 쓰기 vs 컨텍스트가 자동으로 채워지기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0000" y="2300000"/>
            <a:ext cx="5500000" cy="38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5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00000"/>
            <a:ext cx="5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5A36"/>
                </a:solidFill>
              </a:rPr>
              <a:t>매번 프롬프트에 직접 쓰기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3000000"/>
            <a:ext cx="50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555555"/>
                </a:solidFill>
              </a:rPr>
              <a:t>"민수랑 저녁 잡아줘.</a:t>
            </a:r>
          </a:p>
          <a:p>
            <a:r>
              <a:rPr sz="1500">
                <a:solidFill>
                  <a:srgbClr val="555555"/>
                </a:solidFill>
              </a:rPr>
              <a:t> 민수는 7시부터 되고, 피자 좋아하고,</a:t>
            </a:r>
          </a:p>
          <a:p>
            <a:r>
              <a:rPr sz="1500">
                <a:solidFill>
                  <a:srgbClr val="555555"/>
                </a:solidFill>
              </a:rPr>
              <a:t> 나는 홍대에 있고, 8시 이후 비어있어..."</a:t>
            </a:r>
          </a:p>
          <a:p>
            <a:r>
              <a:rPr sz="1500">
                <a:solidFill>
                  <a:srgbClr val="555555"/>
                </a:solidFill>
              </a:rPr>
              <a:t/>
            </a:r>
          </a:p>
          <a:p>
            <a:r>
              <a:rPr sz="1500">
                <a:solidFill>
                  <a:srgbClr val="CC3333"/>
                </a:solidFill>
              </a:rPr>
              <a:t>  ✖  다음에도 매번 타이핑</a:t>
            </a:r>
          </a:p>
          <a:p>
            <a:r>
              <a:rPr sz="1500">
                <a:solidFill>
                  <a:srgbClr val="CC3333"/>
                </a:solidFill>
              </a:rPr>
              <a:t>  ✖  까먹으면 엉뚱한 답</a:t>
            </a:r>
          </a:p>
          <a:p>
            <a:r>
              <a:rPr sz="1500">
                <a:solidFill>
                  <a:srgbClr val="CC3333"/>
                </a:solidFill>
              </a:rPr>
              <a:t>  ✖  대화 길어지면 맥락 손실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0000" y="3800000"/>
            <a:ext cx="6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>
                <a:solidFill>
                  <a:srgbClr val="4A5AFF"/>
                </a:solidFill>
              </a:rP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0000" y="2300000"/>
            <a:ext cx="5500000" cy="38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500000"/>
            <a:ext cx="5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4A5AFF"/>
                </a:solidFill>
              </a:rPr>
              <a:t>컨텍스트가 자동으로 채워지기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000" y="3000000"/>
            <a:ext cx="50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0A0A"/>
                </a:solidFill>
              </a:rPr>
              <a:t>"민수랑 저녁 잡아줘."</a:t>
            </a:r>
          </a:p>
          <a:p>
            <a:r>
              <a:rPr sz="1500">
                <a:solidFill>
                  <a:srgbClr val="4A5AFF"/>
                </a:solidFill>
              </a:rPr>
              <a:t/>
            </a:r>
          </a:p>
          <a:p>
            <a:r>
              <a:rPr sz="1500">
                <a:solidFill>
                  <a:srgbClr val="333333"/>
                </a:solidFill>
              </a:rPr>
              <a:t>→  캘린더에서 빈 시간 자동 로드</a:t>
            </a:r>
          </a:p>
          <a:p>
            <a:r>
              <a:rPr sz="1500">
                <a:solidFill>
                  <a:srgbClr val="333333"/>
                </a:solidFill>
              </a:rPr>
              <a:t>→  취향 문서에서 피자 선호 확인</a:t>
            </a:r>
          </a:p>
          <a:p>
            <a:r>
              <a:rPr sz="1500">
                <a:solidFill>
                  <a:srgbClr val="333333"/>
                </a:solidFill>
              </a:rPr>
              <a:t>→  위치 정보로 근처 맛집 검색</a:t>
            </a:r>
          </a:p>
          <a:p>
            <a:r>
              <a:rPr sz="1500">
                <a:solidFill>
                  <a:srgbClr val="333333"/>
                </a:solidFill>
              </a:rPr>
              <a:t>→  한 줄로 적합한 답 완성</a:t>
            </a:r>
          </a:p>
          <a:p>
            <a:r>
              <a:rPr sz="1500">
                <a:solidFill>
                  <a:srgbClr val="4A5AFF"/>
                </a:solidFill>
              </a:rPr>
              <a:t/>
            </a:r>
          </a:p>
          <a:p>
            <a:r>
              <a:rPr sz="1500" b="1">
                <a:solidFill>
                  <a:srgbClr val="4A5AFF"/>
                </a:solidFill>
              </a:rPr>
              <a:t>한 번 설정하면 계속 작동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000" y="6300000"/>
            <a:ext cx="11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5A36"/>
                </a:solidFill>
              </a:rPr>
              <a:t>프롬프트를 잘 쓰는 게 아니라, 정보가 알아서 흘러들어오게 설계하는 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