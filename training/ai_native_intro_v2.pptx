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232942"/>
          </a:solidFill>
          <a:ln w="12700">
            <a:solidFill>
              <a:srgbClr val="2329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2651760"/>
            <a:ext cx="146304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6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AI를</a:t>
            </a:r>
            <a:endParaRPr lang="en-US" sz="6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6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 쓰고 있다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ChatGPT, Gemini, Claude — 다들 쓰고 있다.</a:t>
            </a:r>
            <a:endParaRPr lang="en-US" sz="2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근데 왜 업무가 별로 안 바뀐 것 같지?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0" y="1097280"/>
            <a:ext cx="3383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2D35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</a:t>
            </a:r>
            <a:endParaRPr lang="en-US" sz="18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0" cy="64008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밖에서 무슨 일이 벌어지고 있나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2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64008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한 마디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"토큰에 변화가 없던데?"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설에 쉬는 회사 대표에게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회사 대표가 날린 한마디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Claude Code League 中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600200"/>
            <a:ext cx="356616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🏢 인티그레이션 · 157명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80560" y="219456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150명 (95%) 전환 완료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마케터·인사·정산팀이 상위권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정산팀이 자동화 툴 직접 개발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BO가 사내 시스템 직접 배포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93592" cy="438912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600200"/>
            <a:ext cx="3593592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37360"/>
            <a:ext cx="3227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임계점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2194560"/>
            <a:ext cx="322783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임계점을 넘은 팀원과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넘은 팀원은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"대화가 되지 않습니다"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0" cy="64008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AI도, 슬랙도 — 기억하지 못한다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2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5303520" cy="64008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🤖 채팅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"분명히 설명했는데 왜 또 물어봐?"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대화창 닫으면 초기화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컨텍스트가 길어질수록 앞 내용을 잊는다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53912" y="16002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2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53912" y="1600200"/>
            <a:ext cx="5303520" cy="6400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 슬랙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36792" y="219456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"3개월 전 대화, 찾을 수 있나요?"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빠른 소통의 대가는 휘발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일주일 전 업무 요청, 지금 추적 가능한가요?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091672" cy="804672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86400"/>
            <a:ext cx="11091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빠름의 대가가 '휘발'이다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0" cy="64008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터미널을 켜면 AI의 속이 보인다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645920"/>
                <a:gridCol w="505663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채팅 방식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Code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6CB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53E3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✕  대화 → 사라짐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대화 저장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674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 대화 → 파일로 저장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53E3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✕  프롬프트가 중요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674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 컨텍스트가 중요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53E3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✕  매번 설명 반복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674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 한 번 설정 → 계속 기억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53E3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✕  창 닫으면 초기화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7674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✓  작업 히스토리가 쌓인다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52400" marR="1524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Prompt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Engineering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3429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"질문을 잘 써야 해"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65760" y="4206240"/>
            <a:ext cx="1828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81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구시대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3017520"/>
            <a:ext cx="1097280" cy="731520"/>
          </a:xfrm>
          <a:prstGeom prst="rightArrow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45720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0" y="100584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Context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Engineering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669280" y="31546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"정보를 잘 쌓아야 해"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69280" y="3749040"/>
            <a:ext cx="4873752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4023360"/>
            <a:ext cx="5971032" cy="1371600"/>
          </a:xfrm>
          <a:prstGeom prst="roundRect">
            <a:avLst>
              <a:gd name="adj" fmla="val 5333"/>
            </a:avLst>
          </a:prstGeom>
          <a:solidFill>
            <a:srgbClr val="EBF8FF"/>
          </a:solidFill>
          <a:ln w="6350">
            <a:solidFill>
              <a:srgbClr val="BEE3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931920"/>
            <a:ext cx="56052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정리된 Notion 페이지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16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주는 좋은 컨텍스트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280160" cy="64008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쌓이면 복리가 된다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4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72768"/>
            <a:ext cx="2606040" cy="64008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만들기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182112" y="3108960"/>
            <a:ext cx="274320" cy="365760"/>
          </a:xfrm>
          <a:prstGeom prst="rightArrow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572768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4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72768"/>
            <a:ext cx="260604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내 업무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스타일을 파악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16752" y="3108960"/>
            <a:ext cx="274320" cy="365760"/>
          </a:xfrm>
          <a:prstGeom prst="rightArrow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572768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4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72768"/>
            <a:ext cx="2606040" cy="6400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7373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30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"이거 저번에 어떻게 했지?"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기억한다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1392" y="3108960"/>
            <a:ext cx="274320" cy="365760"/>
          </a:xfrm>
          <a:prstGeom prst="rightArrow">
            <a:avLst/>
          </a:prstGeom>
          <a:solidFill>
            <a:srgbClr val="718096"/>
          </a:solidFill>
          <a:ln w="12700">
            <a:solidFill>
              <a:srgbClr val="7180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1572768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4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0" y="1572768"/>
            <a:ext cx="2606040" cy="64008"/>
          </a:xfrm>
          <a:prstGeom prst="rect">
            <a:avLst/>
          </a:prstGeom>
          <a:solidFill>
            <a:srgbClr val="D53F8C"/>
          </a:solidFill>
          <a:ln w="12700">
            <a:solidFill>
              <a:srgbClr val="D53F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17373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53F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90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189720" y="2377440"/>
            <a:ext cx="2331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업무 히스토리가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완성된다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임계점을 넘으면, 일하는 방식이 달라진다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03120" y="25603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업무 기록부터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2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3566160" cy="73152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CLAUDE.md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내 업무 설명서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0175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632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나를 기억하는 파일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컨텍스트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105156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051560"/>
            <a:ext cx="356616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234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📌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commit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2514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내 업무 일지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0" y="2926080"/>
            <a:ext cx="30175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0632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시키지 않아도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기록이 쌓인다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0" y="105156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1051560"/>
            <a:ext cx="3566160" cy="73152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2344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412480" y="19659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/wrap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12480" y="2514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자동 정리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12480" y="2926080"/>
            <a:ext cx="30175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0632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퇴근 전 한 번만 치면</a:t>
            </a:r>
            <a:endParaRPr lang="en-US" sz="16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알아서 정리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29107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아침, Claude Code를 켜는 것부터 시작입니다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53F8C"/>
          </a:solidFill>
          <a:ln w="12700">
            <a:solidFill>
              <a:srgbClr val="D53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03120" y="25603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팀이 함께 쌓으면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ED7E2"/>
          </a:solidFill>
          <a:ln w="12700">
            <a:solidFill>
              <a:srgbClr val="FED7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53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지능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1091672" cy="1115568"/>
          </a:xfrm>
          <a:prstGeom prst="roundRect">
            <a:avLst>
              <a:gd name="adj" fmla="val 6557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73152" cy="1115568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96596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"지은님이 저번 주에 뭐 하셨죠?"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알고 있다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1091672" cy="1115568"/>
          </a:xfrm>
          <a:prstGeom prst="roundRect">
            <a:avLst>
              <a:gd name="adj" fmla="val 6557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27248"/>
            <a:ext cx="73152" cy="11155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6440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업무 누가 담당하고 있죠?"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3721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알고 있다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11091672" cy="1115568"/>
          </a:xfrm>
          <a:prstGeom prst="roundRect">
            <a:avLst>
              <a:gd name="adj" fmla="val 6557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425696"/>
            <a:ext cx="73152" cy="1115568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62856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"비슷한 거 예전에 해봤나요?"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2960" y="502005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찾아준다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6172200"/>
            <a:ext cx="1109167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29107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슬랙 대화가 아니라, git 히스토리가 팀의 기억이 됩니다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41829"/>
          </a:solidFill>
          <a:ln w="12700">
            <a:solidFill>
              <a:srgbClr val="14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저녁부터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딱 이것만</a:t>
            </a:r>
            <a:endParaRPr lang="en-US" sz="6800" dirty="0"/>
          </a:p>
        </p:txBody>
      </p:sp>
      <p:sp>
        <p:nvSpPr>
          <p:cNvPr id="5" name="Shape 3"/>
          <p:cNvSpPr/>
          <p:nvPr/>
        </p:nvSpPr>
        <p:spPr>
          <a:xfrm>
            <a:off x="4754880" y="2514600"/>
            <a:ext cx="265176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8346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17520" y="283464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설치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286000" y="365760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0" y="365760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아침, PC 켜면 Claude Code도 켠다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286000" y="44805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C81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17520" y="448056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퇴근 전  /wrap  →  commit  →  push  →  PC 끈다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2026-03-01T16:06:13Z</dcterms:created>
  <dcterms:modified xsi:type="dcterms:W3CDTF">2026-03-01T16:06:13Z</dcterms:modified>
</cp:coreProperties>
</file>